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200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0058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Badminton-Sense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Classification from Monocular Badminton Video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10881360" cy="777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697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BWF Video  →  Clip Segments  →  MediaPipe Pose  →  Normalize  →  LSTM / Transformer  →  Stroke Class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749040"/>
            <a:ext cx="534924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3749040"/>
            <a:ext cx="109728" cy="26060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886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3434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535 — Pattern Recognition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Rutgers University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Project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Abhay Singh Thakur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172200" y="3749040"/>
            <a:ext cx="534924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3749040"/>
            <a:ext cx="109728" cy="26060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3886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46520" y="43434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pipeline that takes raw BWF broadcast video and classifies individual stroke types (smash, drop, clear, serve, etc.) using 2D pose estimation as the intermediate representation. Compares a BiLSTM baseline against a Spatial-Temporal Transformer on the ShuttleSet benchmark (36,492 strokes / 44 matches).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535 — Progress Update — May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144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14400"/>
            <a:ext cx="12161520" cy="54864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Milestones &amp; Results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5029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3-match validation run • 1,490 valid pose sequences • Heavy MediaPipe model • CPU training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ACCOMPLISHED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4572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Specification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10-class taxonomy mapped from 19 ShuttleSet Chinese stroke labels; full 7-step pipeline spec.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BiLSTM (527K params) + Spatial-Temporal Transformer (841K params); MediaPipe Tasks API; hip-center normalization; label smoothing CE; stratified split with small-sample fallback.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run on 3 matches (4,048 clips → 1,490 valid sequences with heavy pose model). Both models train and converge.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Suite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matrices, training curves, per-class F1, t-SNE — generated for both models.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5349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566928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Scale to full 44 matches (36,492 strokes)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Heavy pose model (in progress, overnight run)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Streamlit demo for live inference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Final write-up and analysis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40680" y="1188720"/>
            <a:ext cx="6263640" cy="5486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40680" y="1188720"/>
            <a:ext cx="626364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77840" y="118872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Test-Set Performance (3-match subset)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23560" y="1828800"/>
            <a:ext cx="2880360" cy="141732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23560" y="18745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BiLSTM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623560" y="219456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0.175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5623560" y="28803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   |   21.9% acc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6800" y="1828800"/>
            <a:ext cx="2880360" cy="141732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0" y="18745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86800" y="219456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0.118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8686800" y="28803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   |   29.0% acc</a:t>
            </a:r>
            <a:endParaRPr lang="en-US" sz="1100" dirty="0"/>
          </a:p>
        </p:txBody>
      </p:sp>
      <p:pic>
        <p:nvPicPr>
          <p:cNvPr id="21" name="Image 0" descr="results/figures/confusion_matrix_lst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23560" y="3383280"/>
            <a:ext cx="2926080" cy="2377440"/>
          </a:xfrm>
          <a:prstGeom prst="rect">
            <a:avLst/>
          </a:prstGeom>
        </p:spPr>
      </p:pic>
      <p:pic>
        <p:nvPicPr>
          <p:cNvPr id="22" name="Image 1" descr="results/figures/training_curves_lstm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641080" y="3383280"/>
            <a:ext cx="2971800" cy="237744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5623560" y="5852160"/>
            <a:ext cx="5943600" cy="77724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760720" y="5897880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 —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BiLSTM learns 7/10 classes; Transformer needed LR=1e-4 + plateau scheduler to escape majority-class collapse on 1,043 train samples.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144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14400"/>
            <a:ext cx="12161520" cy="54864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Changes from Original Proposal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5029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Pragmatic adjustments driven by API breakage, hardware limits, and dataset shape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91440" cy="26060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371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37160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MediaPipe API Migration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01168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FROM: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mp.solutions.pose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TO: 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API + PoseLandmarker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5800" y="3017520"/>
            <a:ext cx="3337560" cy="1828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063240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API removed in v0.10.33 — rewrote pose extractor to use new IMAGE-mode landmarker, reusable across clips.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97680" y="1234440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97680" y="1234440"/>
            <a:ext cx="91440" cy="26060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6280" y="1371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21208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Subset Validation First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26280" y="201168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FROM: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matches end-to-end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TO: 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3-match pilot first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26280" y="3017520"/>
            <a:ext cx="3337560" cy="1828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26280" y="3063240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run = 30+ hr on CPU. De-risked the pipeline before committing to the full data processing run.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138160" y="1234440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38160" y="1234440"/>
            <a:ext cx="91440" cy="26060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66760" y="1371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905256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Lowered Detection Threshold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366760" y="201168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FROM: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min_detection_rate = 0.7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TO: 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min_detection_rate = 0.5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366760" y="3017520"/>
            <a:ext cx="3337560" cy="1828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66760" y="3063240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BWF broadcast = wide-angle distant cameras. At 0.7 only 32% of clips passed; at 0.5 we keep 42.5%.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4069080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069080"/>
            <a:ext cx="91440" cy="26060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2062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1371600" y="42519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Sample-Level Splitting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85800" y="484632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FROM: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Match-level / LOSO split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TO: 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sample split (subset only)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5800" y="5852160"/>
            <a:ext cx="3337560" cy="1828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5897880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int(3 × 0.15) = 0 matches → empty val/test. Sample-level fallback for ≤4 matches; LOSO returns at scale.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297680" y="4069080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97680" y="4069080"/>
            <a:ext cx="91440" cy="26060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26280" y="42062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800" dirty="0"/>
          </a:p>
        </p:txBody>
      </p:sp>
      <p:sp>
        <p:nvSpPr>
          <p:cNvPr id="37" name="Text 35"/>
          <p:cNvSpPr/>
          <p:nvPr/>
        </p:nvSpPr>
        <p:spPr>
          <a:xfrm>
            <a:off x="5212080" y="42519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LR Tuning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26280" y="484632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FROM: 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LR=5e-4, cosine schedule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TO: 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LR=1e-4, plateau schedule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26280" y="5852160"/>
            <a:ext cx="3337560" cy="1828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26280" y="5897880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config caused immediate majority-class collapse on small subset. Lower LR + plateau let the model actually learn (F1: 0.04 → 0.12).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64922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architecture (BiLSTM + Spatial-Temporal Transformer) and 10-class taxonomy unchanged from proposal.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Badminton-Sense Progress</dc:title>
  <dc:subject>PptxGenJS Presentation</dc:subject>
  <dc:creator>Abhay Singh Thakur</dc:creator>
  <cp:lastModifiedBy>Abhay Singh Thakur</cp:lastModifiedBy>
  <cp:revision>1</cp:revision>
  <dcterms:created xsi:type="dcterms:W3CDTF">2026-05-05T01:37:05Z</dcterms:created>
  <dcterms:modified xsi:type="dcterms:W3CDTF">2026-05-05T01:37:05Z</dcterms:modified>
</cp:coreProperties>
</file>
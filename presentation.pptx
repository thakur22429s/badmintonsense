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Badminton-Sense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Classification from Monocular Badminton Video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BWF Video  →  Clip Segments  →  MediaPipe Pose  →  Normalize  →  LSTM / Transformer  →  Stroke Class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349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749040"/>
            <a:ext cx="109728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535 — Pattern Recognition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 University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Singh Thakur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749040"/>
            <a:ext cx="5349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3749040"/>
            <a:ext cx="109728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3434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that takes raw BWF broadcast video and classifies individual stroke types (smash, drop, clear, serve, etc.) using 2D pose estimation as the intermediate representation. Compares a BiLSTM baseline against a Spatial-Temporal Transformer on the ShuttleSet benchmark (36,492 strokes / 44 matches).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535 — Progress Update —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&amp;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7-match run • 3,639 valid pose sequences • Heavy MediaPipe pose • 7-class taxonomy • CPU training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Specification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10-class taxonomy mapped from 19 ShuttleSet Chinese stroke labels; full 7-step pipeline spec.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(527K params) + Spatial-Temporal Transformer (841K params); MediaPipe Tasks API; hip-center normalization; label smoothing CE; stratified split with small-sample fallback.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on 7 matches (7,350 clips → 3,639 valid sequences). 7-class taxonomy (merged pose-indistinguishable classes). LSTM converges; Transformer data-starved.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training curves, per-class F1, t-SNE — generated for both models.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 to full 44 matches (36,492 strokes)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Heavy pose model (in progress, overnight run)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Streamlit demo for live inference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 write-up and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188720"/>
            <a:ext cx="626364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188720"/>
            <a:ext cx="6263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18872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 (3-match subset)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828800"/>
            <a:ext cx="2880360" cy="1417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0.213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623560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 |   25.3% acc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2880360" cy="1417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2194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686800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  |   31% (majority)</a:t>
            </a:r>
            <a:endParaRPr lang="en-US" sz="1100" dirty="0"/>
          </a:p>
        </p:txBody>
      </p:sp>
      <p:pic>
        <p:nvPicPr>
          <p:cNvPr id="21" name="Image 0" descr="results/figures/confusion_matrix_lst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3383280"/>
            <a:ext cx="2926080" cy="2377440"/>
          </a:xfrm>
          <a:prstGeom prst="rect">
            <a:avLst/>
          </a:prstGeom>
        </p:spPr>
      </p:pic>
      <p:pic>
        <p:nvPicPr>
          <p:cNvPr id="22" name="Image 1" descr="results/figures/training_curves_lst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41080" y="3383280"/>
            <a:ext cx="2971800" cy="23774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623560" y="5852160"/>
            <a:ext cx="59436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0" y="58978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learns all 7 classes (+53% F1 vs baseline). Transformer remains data-hungry — collapses to majority-class on 2,547 train samples despite multiple config attempts.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from Original Proposal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adjustments driven by API breakage, hardware limits, and dataset shape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9144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API Migration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mp.solutions.pose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 + PoseLandmarker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33375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632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API removed in v0.10.33 — rewrote pose extractor to use new IMAGE-mode landmarker, reusable across clips.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23444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234440"/>
            <a:ext cx="9144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Run, Not Full 44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011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matches end-to-end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7-match overnight run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3017520"/>
            <a:ext cx="33375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0632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44-match run = 30+ hrs on CPU. 7 matches = 3,639 valid sequences, sufficient for pipeline validation + meaningful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23444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234440"/>
            <a:ext cx="9144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Taxonomy Refinement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2011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 (incl. Drive, Cross-court, Drop)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 (Drop merged into Overhead-Soft)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66760" y="3017520"/>
            <a:ext cx="33375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0632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Clear pose-indistinguishable. Drive only 40 samples (untrainable). Cross-court always 0. New taxonomy is pose-discriminable.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9144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3716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+ Augmentation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846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CE + light aug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Inverse-sqrt class weights + stronger aug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5852160"/>
            <a:ext cx="33375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97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(Overhead-Soft 31%, Other 6%) hurt minority classes. Inverse-sqrt weighting + bigger aug ranges lifted minority-class F1.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4069080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4069080"/>
            <a:ext cx="9144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21208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Underperforms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26280" y="4846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SOTA on stroke recognition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data-starved, LSTM wins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26280" y="5852160"/>
            <a:ext cx="33375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5897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Transformer needs more data than 2.5K samples. Multiple LR/scheduler/size configs tried — all collapsed to majority class. LSTM is practical winner.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(BiLSTM + Spatial-Temporal Transformer) and 10-class taxonomy unchanged from proposal.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Badminton-Sense Progress</dc:title>
  <dc:subject>PptxGenJS Presentation</dc:subject>
  <dc:creator>Abhay Singh Thakur</dc:creator>
  <cp:lastModifiedBy>Abhay Singh Thakur</cp:lastModifiedBy>
  <cp:revision>1</cp:revision>
  <dcterms:created xsi:type="dcterms:W3CDTF">2026-05-05T07:37:25Z</dcterms:created>
  <dcterms:modified xsi:type="dcterms:W3CDTF">2026-05-05T07:37:25Z</dcterms:modified>
</cp:coreProperties>
</file>